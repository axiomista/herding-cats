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Reminder for the presenter: Dale will book the projector for the Board meeting by November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Q4 World Domination Roadmap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Nyanland-Meowtani Corporation · Strategy Office ·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Pillars of Gentle Domination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Sunbeam sovereignty</a:t>
            </a:r>
          </a:p>
          <a:p>
            <a:r>
              <a:t>Lap acquisition</a:t>
            </a:r>
          </a:p>
          <a:p>
            <a:r>
              <a:t>Cardboard infrastructure</a:t>
            </a:r>
          </a:p>
          <a:p>
            <a:r>
              <a:t>Explore a subscription tier for premium lap access.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Sir Reginald Biscuits will present the Global Nap Schedule to the Board by November 12.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